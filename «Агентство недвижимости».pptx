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25" d="100"/>
          <a:sy n="125" d="100"/>
        </p:scale>
        <p:origin x="-150" y="-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D54C-A971-4B11-9603-68271C7ACCA7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3252604-B0AE-4842-80C6-3440A913DCBB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9971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D54C-A971-4B11-9603-68271C7ACCA7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52604-B0AE-4842-80C6-3440A913DCBB}" type="slidenum">
              <a:rPr lang="ru-RU" smtClean="0"/>
              <a:t>‹#›</a:t>
            </a:fld>
            <a:endParaRPr lang="ru-RU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7628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D54C-A971-4B11-9603-68271C7ACCA7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52604-B0AE-4842-80C6-3440A913DCBB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708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D54C-A971-4B11-9603-68271C7ACCA7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52604-B0AE-4842-80C6-3440A913DCBB}" type="slidenum">
              <a:rPr lang="ru-RU" smtClean="0"/>
              <a:t>‹#›</a:t>
            </a:fld>
            <a:endParaRPr lang="ru-RU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9279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D54C-A971-4B11-9603-68271C7ACCA7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52604-B0AE-4842-80C6-3440A913DCBB}" type="slidenum">
              <a:rPr lang="ru-RU" smtClean="0"/>
              <a:t>‹#›</a:t>
            </a:fld>
            <a:endParaRPr lang="ru-RU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9017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D54C-A971-4B11-9603-68271C7ACCA7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52604-B0AE-4842-80C6-3440A913DCBB}" type="slidenum">
              <a:rPr lang="ru-RU" smtClean="0"/>
              <a:t>‹#›</a:t>
            </a:fld>
            <a:endParaRPr lang="ru-RU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4658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D54C-A971-4B11-9603-68271C7ACCA7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52604-B0AE-4842-80C6-3440A913DC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133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D54C-A971-4B11-9603-68271C7ACCA7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52604-B0AE-4842-80C6-3440A913DCBB}" type="slidenum">
              <a:rPr lang="ru-RU" smtClean="0"/>
              <a:t>‹#›</a:t>
            </a:fld>
            <a:endParaRPr lang="ru-RU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5943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A8F7D54C-A971-4B11-9603-68271C7ACCA7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52604-B0AE-4842-80C6-3440A913DCBB}" type="slidenum">
              <a:rPr lang="ru-RU" smtClean="0"/>
              <a:t>‹#›</a:t>
            </a:fld>
            <a:endParaRPr lang="ru-RU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8912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D54C-A971-4B11-9603-68271C7ACCA7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52604-B0AE-4842-80C6-3440A913DCBB}" type="slidenum">
              <a:rPr lang="ru-RU" smtClean="0"/>
              <a:t>‹#›</a:t>
            </a:fld>
            <a:endParaRPr lang="ru-RU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2969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D54C-A971-4B11-9603-68271C7ACCA7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52604-B0AE-4842-80C6-3440A913DCBB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2574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F7D54C-A971-4B11-9603-68271C7ACCA7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3252604-B0AE-4842-80C6-3440A913DCBB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2602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af-ZA" dirty="0" smtClean="0"/>
              <a:t>WPF-</a:t>
            </a:r>
            <a:r>
              <a:rPr lang="ru-RU" dirty="0" smtClean="0"/>
              <a:t>приложение «Агентство недвижимости»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Реализовано настольное WPF-приложение для работы агентства: каталог объектов с фильтрами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47643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проекта и ключевые задачи приложения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95419" y="2118360"/>
            <a:ext cx="2965749" cy="2585985"/>
          </a:xfrm>
        </p:spPr>
        <p:txBody>
          <a:bodyPr>
            <a:normAutofit/>
          </a:bodyPr>
          <a:lstStyle/>
          <a:p>
            <a:r>
              <a:rPr lang="ru-RU" dirty="0"/>
              <a:t>Приложение WPF для агентства недвижимости упрощает поиск, подбор и управление объектами</a:t>
            </a:r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7795" y="1992134"/>
            <a:ext cx="4321175" cy="2694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7898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Архитектура: MVVM, слои данных и сервисы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af-ZA" dirty="0"/>
              <a:t>WPF </a:t>
            </a:r>
            <a:r>
              <a:rPr lang="ru-RU" dirty="0"/>
              <a:t>для </a:t>
            </a:r>
            <a:r>
              <a:rPr lang="ru-RU" dirty="0" smtClean="0"/>
              <a:t>агентства </a:t>
            </a:r>
            <a:r>
              <a:rPr lang="ru-RU" dirty="0" err="1" smtClean="0"/>
              <a:t>недвижемости</a:t>
            </a:r>
            <a:endParaRPr lang="ru-RU" dirty="0" smtClean="0"/>
          </a:p>
          <a:p>
            <a:pPr marL="0" indent="0">
              <a:buNone/>
            </a:pPr>
            <a:r>
              <a:rPr lang="ru-RU" dirty="0"/>
              <a:t>Приложение на MVVM разделяет представление, логику и данные, упрощая тестирование и поддержку </a:t>
            </a:r>
            <a:r>
              <a:rPr lang="ru-RU" dirty="0" smtClean="0"/>
              <a:t>модулей</a:t>
            </a:r>
          </a:p>
          <a:p>
            <a:r>
              <a:rPr lang="ru-RU" dirty="0"/>
              <a:t>Чистые границы </a:t>
            </a:r>
            <a:r>
              <a:rPr lang="ru-RU" dirty="0" smtClean="0"/>
              <a:t>слоёв</a:t>
            </a:r>
          </a:p>
          <a:p>
            <a:pPr marL="0" indent="0">
              <a:buNone/>
            </a:pPr>
            <a:r>
              <a:rPr lang="ru-RU" dirty="0"/>
              <a:t>Слой данных инкапсулирует </a:t>
            </a:r>
            <a:r>
              <a:rPr lang="ru-RU" dirty="0" err="1"/>
              <a:t>репозитории</a:t>
            </a:r>
            <a:r>
              <a:rPr lang="ru-RU" dirty="0"/>
              <a:t> и модели, домен содержит логику, UI общается через сервисные интерфейсы</a:t>
            </a:r>
          </a:p>
        </p:txBody>
      </p:sp>
    </p:spTree>
    <p:extLst>
      <p:ext uri="{BB962C8B-B14F-4D97-AF65-F5344CB8AC3E}">
        <p14:creationId xmlns:p14="http://schemas.microsoft.com/office/powerpoint/2010/main" val="2615509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51579" y="1394460"/>
            <a:ext cx="9603275" cy="4071885"/>
          </a:xfrm>
        </p:spPr>
        <p:txBody>
          <a:bodyPr/>
          <a:lstStyle/>
          <a:p>
            <a:r>
              <a:rPr lang="ru-RU" dirty="0"/>
              <a:t>Данные и </a:t>
            </a:r>
            <a:r>
              <a:rPr lang="ru-RU" dirty="0" err="1" smtClean="0"/>
              <a:t>репозитории</a:t>
            </a:r>
            <a:endParaRPr lang="ru-RU" dirty="0" smtClean="0"/>
          </a:p>
          <a:p>
            <a:pPr marL="0" indent="0">
              <a:buNone/>
            </a:pPr>
            <a:r>
              <a:rPr lang="ru-RU" dirty="0" err="1"/>
              <a:t>Репозитории</a:t>
            </a:r>
            <a:r>
              <a:rPr lang="ru-RU" dirty="0"/>
              <a:t> для объектов: квартиры, дома, клиенты, сделки; поддержка фильтров, пагинации и </a:t>
            </a:r>
            <a:r>
              <a:rPr lang="ru-RU" dirty="0" smtClean="0"/>
              <a:t>кеширования</a:t>
            </a:r>
          </a:p>
          <a:p>
            <a:r>
              <a:rPr lang="ru-RU" dirty="0"/>
              <a:t>Сервисы и </a:t>
            </a:r>
            <a:r>
              <a:rPr lang="ru-RU" dirty="0" smtClean="0"/>
              <a:t>интеграции</a:t>
            </a:r>
          </a:p>
          <a:p>
            <a:pPr marL="0" indent="0">
              <a:buNone/>
            </a:pPr>
            <a:r>
              <a:rPr lang="ru-RU" dirty="0"/>
              <a:t>Сервисы поиска, расчёта ипотеки, уведомлений и карт работают через DI, обеспечивая </a:t>
            </a:r>
            <a:r>
              <a:rPr lang="ru-RU" dirty="0" err="1"/>
              <a:t>заменяемость</a:t>
            </a:r>
            <a:r>
              <a:rPr lang="ru-RU" dirty="0"/>
              <a:t> и тесты</a:t>
            </a:r>
          </a:p>
        </p:txBody>
      </p:sp>
    </p:spTree>
    <p:extLst>
      <p:ext uri="{BB962C8B-B14F-4D97-AF65-F5344CB8AC3E}">
        <p14:creationId xmlns:p14="http://schemas.microsoft.com/office/powerpoint/2010/main" val="3652276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Навигация и UI: окна, страницы, стили и темы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Единый </a:t>
            </a:r>
            <a:r>
              <a:rPr lang="ru-RU" dirty="0" smtClean="0"/>
              <a:t>стиль</a:t>
            </a:r>
          </a:p>
          <a:p>
            <a:r>
              <a:rPr lang="ru-RU" dirty="0"/>
              <a:t>Удобная </a:t>
            </a:r>
            <a:r>
              <a:rPr lang="ru-RU" dirty="0" smtClean="0"/>
              <a:t>навигация</a:t>
            </a:r>
          </a:p>
          <a:p>
            <a:r>
              <a:rPr lang="ru-RU" dirty="0"/>
              <a:t>Тёмная </a:t>
            </a:r>
            <a:r>
              <a:rPr lang="ru-RU" dirty="0" smtClean="0"/>
              <a:t>тема</a:t>
            </a:r>
          </a:p>
          <a:p>
            <a:r>
              <a:rPr lang="ru-RU" dirty="0"/>
              <a:t>Адаптивные окна</a:t>
            </a:r>
          </a:p>
        </p:txBody>
      </p:sp>
    </p:spTree>
    <p:extLst>
      <p:ext uri="{BB962C8B-B14F-4D97-AF65-F5344CB8AC3E}">
        <p14:creationId xmlns:p14="http://schemas.microsoft.com/office/powerpoint/2010/main" val="3086549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и планы развития функциональности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Создано WPF‑приложение для агентства недвижимости: каталог объектов, фильтры, карточки, избранное, экспорт, базовые отчеты. Планируем добавить модуль бронирований, интеграцию с картами, уведомления, роли, аналитику и тесты.</a:t>
            </a:r>
          </a:p>
        </p:txBody>
      </p:sp>
    </p:spTree>
    <p:extLst>
      <p:ext uri="{BB962C8B-B14F-4D97-AF65-F5344CB8AC3E}">
        <p14:creationId xmlns:p14="http://schemas.microsoft.com/office/powerpoint/2010/main" val="1688033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TM10001114[[fn=Галерея]]</Template>
  <TotalTime>13</TotalTime>
  <Words>183</Words>
  <Application>Microsoft Office PowerPoint</Application>
  <PresentationFormat>Широкоэкранный</PresentationFormat>
  <Paragraphs>20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9" baseType="lpstr">
      <vt:lpstr>Arial</vt:lpstr>
      <vt:lpstr>Gill Sans MT</vt:lpstr>
      <vt:lpstr>Gallery</vt:lpstr>
      <vt:lpstr>WPF-приложение «Агентство недвижимости»</vt:lpstr>
      <vt:lpstr>Цели проекта и ключевые задачи приложения</vt:lpstr>
      <vt:lpstr>Архитектура: MVVM, слои данных и сервисы</vt:lpstr>
      <vt:lpstr>Презентация PowerPoint</vt:lpstr>
      <vt:lpstr>Навигация и UI: окна, страницы, стили и темы</vt:lpstr>
      <vt:lpstr>Результаты и планы развития функциональности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WPF-приложение «Агентство недвижимости»</dc:title>
  <dc:creator>student26</dc:creator>
  <cp:lastModifiedBy>student26</cp:lastModifiedBy>
  <cp:revision>2</cp:revision>
  <dcterms:created xsi:type="dcterms:W3CDTF">2026-04-14T06:35:11Z</dcterms:created>
  <dcterms:modified xsi:type="dcterms:W3CDTF">2026-04-14T06:48:51Z</dcterms:modified>
</cp:coreProperties>
</file>